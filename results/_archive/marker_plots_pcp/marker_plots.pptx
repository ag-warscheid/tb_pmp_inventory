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D718-74A5-9707-B5F5-C55A1E397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AE706-32F3-7152-1646-86509AB0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4496A-7C06-33B3-A656-9CCD1A06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ADB75-B425-30E0-2952-2948EF91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8AC35-4839-A6B8-9C90-AF0C0DEA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8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AB09-C278-462A-808C-DD5C3875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FA3A-26A9-DF7A-9990-64FBF1FE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0828-FD6C-8F05-B2BE-64C2C6324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2A4AF-379C-8F37-FE4A-3036014E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A6E1A-1E13-DBCE-0063-982FDBB1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01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77F0-F70E-890F-64F1-453E80B2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9CB09-8E3A-37DC-CC28-79BB5F9ED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8DBA-CECE-19D5-7C48-E49FA42D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D4676-8493-52D9-39A2-222B86E4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E4542-3B01-09B1-8DDA-A7713428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99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D29A-6DDE-4AE6-5109-00BD3DB5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20C4-8199-9FEE-4EB9-07F15B02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AEA31-6767-AC81-C0C8-3941B66BD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95B7B-2708-C554-9760-1A82E74C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78092-1231-A8F1-6EC8-BC07B526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C4CC0-3DD1-6C58-78D6-1F8B79E1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4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A738-6A67-277C-9943-2FC59D80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C4C82-BB3A-59CC-8E4D-FCD35659E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95059-1ACD-EDB6-496A-B2221D67E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CAFD7-A0CE-9CDA-6B0B-1EB86A63B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B40C8-2017-C468-1A95-8E5A35525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967D5-D2C4-97FF-5150-768E2083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901AC-7995-257F-7378-3EEC932A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A6BC9F-D474-D65A-5EF8-2EC5C03B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79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CCD4-14C4-6F66-5585-72DE81F9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E632D-7602-2891-BDB3-821F1304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458C2-FAEF-BB8C-E580-B73A8CD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251D3-47F4-DD86-A3E9-392EFA09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28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79296-8239-1BFB-0247-7BE58467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0A9CB-0FE2-ADC8-4DC8-7BEAC389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B43F-B8E2-9F70-8C80-75DDAD5D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42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08D18-8DD5-77F9-B05C-CB5FD603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73472-1E4C-DC50-65AE-D08ABB30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9FF37-A9D4-2EC3-32FF-5E915861C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3E9DD-97F9-57CF-D90E-971AEAEF8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4BD46-EE83-E128-C329-CF1E5A5C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0C4BD-327F-2D94-7640-6BC5620B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A6E3-F978-1E8E-47DF-AC11E51A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97F35-9474-9A8B-6B2E-C02150957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CA883-3D1A-5033-3029-4DF43B0AC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6C4B8-BA44-384D-9B08-84CA9E54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D7BED-73C9-66E2-1A14-D9569E54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C386A-3026-9A26-1810-C24C39AD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87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9BE1-1EB0-53D9-810A-6F35AE98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4A518-2052-2406-7EA0-046302359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D2F30-1A03-560F-F3C8-EA322355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5F02-427D-6EA9-3A90-3E284BCB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58E96-F008-5F55-444D-2FF66033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9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CF171-FB6F-3393-6F79-C0E6A914B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DDBD0-05D7-3721-63AF-CD4841BEE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61612-47A8-481D-AC81-03A9DE3A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89F4-879B-F626-ABF4-F015B0C3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86856-1C2E-DB0B-A14E-E3B0CE4E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8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24121-5D33-AE31-5246-CBCAE0CE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53BC0-86B6-8F97-38CA-8D695F6A6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AC41B-0AAC-6569-9C88-966282183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6C7BB-15F1-4ACC-AA97-255BBE349ADE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86F3B-E8F4-A02C-1295-6C450F23C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5D7BB-C5F1-025B-2AFE-56B42A993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A8A6B-F99C-4D35-BBD0-F2AEBB7E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15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75B9E5-B69F-B792-9E69-E95F5565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299"/>
            <a:ext cx="12192000" cy="476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1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870868-2063-41A6-E3EE-B5B2C6C9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8" y="0"/>
            <a:ext cx="12098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3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650BD-37B2-65A8-E295-BA9410944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8" y="0"/>
            <a:ext cx="11713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2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C7226-E145-2613-874F-A8FFD025B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6" y="0"/>
            <a:ext cx="11738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2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Hirakjyoti Das</dc:creator>
  <cp:lastModifiedBy>Hirakjyoti Das</cp:lastModifiedBy>
  <cp:revision>2</cp:revision>
  <dcterms:created xsi:type="dcterms:W3CDTF">2024-07-17T10:35:28Z</dcterms:created>
  <dcterms:modified xsi:type="dcterms:W3CDTF">2024-07-17T11:59:28Z</dcterms:modified>
</cp:coreProperties>
</file>